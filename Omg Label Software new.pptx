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-20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53645" y="304800"/>
            <a:ext cx="3962400" cy="457200"/>
          </a:xfrm>
        </p:spPr>
        <p:txBody>
          <a:bodyPr>
            <a:normAutofit fontScale="90000"/>
          </a:bodyPr>
          <a:lstStyle/>
          <a:p>
            <a:r>
              <a:rPr lang="en-US" sz="3800" b="1" dirty="0" smtClean="0">
                <a:latin typeface="Times New Roman" pitchFamily="18" charset="0"/>
                <a:cs typeface="Times New Roman" pitchFamily="18" charset="0"/>
              </a:rPr>
              <a:t>Label Software</a:t>
            </a:r>
            <a:endParaRPr lang="en-IN" sz="38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055" y="914400"/>
            <a:ext cx="6457581" cy="4953000"/>
          </a:xfrm>
          <a:prstGeom prst="rect">
            <a:avLst/>
          </a:prstGeom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1600200" y="6031345"/>
            <a:ext cx="44958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 algn="l">
              <a:buFont typeface="Arial" pitchFamily="34" charset="0"/>
              <a:buChar char="•"/>
            </a:pPr>
            <a:r>
              <a:rPr lang="en-IN" sz="1500" dirty="0">
                <a:latin typeface="Times New Roman" pitchFamily="18" charset="0"/>
                <a:cs typeface="Times New Roman" pitchFamily="18" charset="0"/>
              </a:rPr>
              <a:t>Open the </a:t>
            </a:r>
            <a:r>
              <a:rPr lang="en-IN" sz="1500" b="1" dirty="0">
                <a:latin typeface="Times New Roman" pitchFamily="18" charset="0"/>
                <a:cs typeface="Times New Roman" pitchFamily="18" charset="0"/>
              </a:rPr>
              <a:t>File</a:t>
            </a:r>
            <a:r>
              <a:rPr lang="en-IN" sz="1500" dirty="0">
                <a:latin typeface="Times New Roman" pitchFamily="18" charset="0"/>
                <a:cs typeface="Times New Roman" pitchFamily="18" charset="0"/>
              </a:rPr>
              <a:t> menu.</a:t>
            </a:r>
          </a:p>
          <a:p>
            <a:pPr marL="285750" indent="-285750" algn="l">
              <a:buFont typeface="Arial" pitchFamily="34" charset="0"/>
              <a:buChar char="•"/>
            </a:pPr>
            <a:r>
              <a:rPr lang="en-IN" sz="1500" dirty="0">
                <a:latin typeface="Times New Roman" pitchFamily="18" charset="0"/>
                <a:cs typeface="Times New Roman" pitchFamily="18" charset="0"/>
              </a:rPr>
              <a:t>Click </a:t>
            </a:r>
            <a:r>
              <a:rPr lang="en-IN" sz="1500" b="1" dirty="0">
                <a:latin typeface="Times New Roman" pitchFamily="18" charset="0"/>
                <a:cs typeface="Times New Roman" pitchFamily="18" charset="0"/>
              </a:rPr>
              <a:t>Open</a:t>
            </a:r>
            <a:r>
              <a:rPr lang="en-IN" sz="1500" dirty="0">
                <a:latin typeface="Times New Roman" pitchFamily="18" charset="0"/>
                <a:cs typeface="Times New Roman" pitchFamily="18" charset="0"/>
              </a:rPr>
              <a:t> to open an </a:t>
            </a:r>
            <a:r>
              <a:rPr lang="en-IN" sz="1500" b="1" dirty="0">
                <a:latin typeface="Times New Roman" pitchFamily="18" charset="0"/>
                <a:cs typeface="Times New Roman" pitchFamily="18" charset="0"/>
              </a:rPr>
              <a:t>existing document</a:t>
            </a:r>
            <a:r>
              <a:rPr lang="en-IN" sz="15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285750" indent="-285750" algn="l">
              <a:buFont typeface="Arial" pitchFamily="34" charset="0"/>
              <a:buChar char="•"/>
            </a:pPr>
            <a:r>
              <a:rPr lang="en-IN" sz="1500" dirty="0">
                <a:latin typeface="Times New Roman" pitchFamily="18" charset="0"/>
                <a:cs typeface="Times New Roman" pitchFamily="18" charset="0"/>
              </a:rPr>
              <a:t>Click </a:t>
            </a:r>
            <a:r>
              <a:rPr lang="en-IN" sz="1500" b="1" dirty="0">
                <a:latin typeface="Times New Roman" pitchFamily="18" charset="0"/>
                <a:cs typeface="Times New Roman" pitchFamily="18" charset="0"/>
              </a:rPr>
              <a:t>New Document</a:t>
            </a:r>
            <a:r>
              <a:rPr lang="en-IN" sz="1500" dirty="0">
                <a:latin typeface="Times New Roman" pitchFamily="18" charset="0"/>
                <a:cs typeface="Times New Roman" pitchFamily="18" charset="0"/>
              </a:rPr>
              <a:t> to create a </a:t>
            </a:r>
            <a:r>
              <a:rPr lang="en-IN" sz="1500" b="1" dirty="0">
                <a:latin typeface="Times New Roman" pitchFamily="18" charset="0"/>
                <a:cs typeface="Times New Roman" pitchFamily="18" charset="0"/>
              </a:rPr>
              <a:t>new label design</a:t>
            </a:r>
            <a:r>
              <a:rPr lang="en-IN" sz="1500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550476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57400" y="228600"/>
            <a:ext cx="4572000" cy="533400"/>
          </a:xfrm>
        </p:spPr>
        <p:txBody>
          <a:bodyPr>
            <a:normAutofit fontScale="90000"/>
          </a:bodyPr>
          <a:lstStyle/>
          <a:p>
            <a:r>
              <a:rPr lang="en-US" sz="3800" b="1" dirty="0" smtClean="0">
                <a:latin typeface="Times New Roman" pitchFamily="18" charset="0"/>
                <a:cs typeface="Times New Roman" pitchFamily="18" charset="0"/>
              </a:rPr>
              <a:t>Label Setup</a:t>
            </a:r>
            <a:endParaRPr lang="en-IN" sz="3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1676400" y="5029200"/>
            <a:ext cx="6847610" cy="16764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 algn="l">
              <a:buFont typeface="Arial" pitchFamily="34" charset="0"/>
              <a:buChar char="•"/>
            </a:pPr>
            <a:r>
              <a:rPr lang="en-IN" sz="1000" dirty="0">
                <a:latin typeface="Times New Roman" pitchFamily="18" charset="0"/>
                <a:cs typeface="Times New Roman" pitchFamily="18" charset="0"/>
              </a:rPr>
              <a:t>Click the </a:t>
            </a:r>
            <a:r>
              <a:rPr lang="en-IN" sz="1000" b="1" dirty="0">
                <a:latin typeface="Times New Roman" pitchFamily="18" charset="0"/>
                <a:cs typeface="Times New Roman" pitchFamily="18" charset="0"/>
              </a:rPr>
              <a:t>Label Icon</a:t>
            </a:r>
            <a:r>
              <a:rPr lang="en-IN" sz="10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285750" indent="-285750" algn="l">
              <a:buFont typeface="Arial" pitchFamily="34" charset="0"/>
              <a:buChar char="•"/>
            </a:pPr>
            <a:r>
              <a:rPr lang="en-IN" sz="1000" dirty="0">
                <a:latin typeface="Times New Roman" pitchFamily="18" charset="0"/>
                <a:cs typeface="Times New Roman" pitchFamily="18" charset="0"/>
              </a:rPr>
              <a:t>Enter the </a:t>
            </a:r>
            <a:r>
              <a:rPr lang="en-IN" sz="1000" b="1" dirty="0">
                <a:latin typeface="Times New Roman" pitchFamily="18" charset="0"/>
                <a:cs typeface="Times New Roman" pitchFamily="18" charset="0"/>
              </a:rPr>
              <a:t>Label Width</a:t>
            </a:r>
            <a:r>
              <a:rPr lang="en-IN" sz="1000" dirty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IN" sz="1000" b="1" dirty="0">
                <a:latin typeface="Times New Roman" pitchFamily="18" charset="0"/>
                <a:cs typeface="Times New Roman" pitchFamily="18" charset="0"/>
              </a:rPr>
              <a:t>Label Height</a:t>
            </a:r>
            <a:r>
              <a:rPr lang="en-IN" sz="1000" dirty="0">
                <a:latin typeface="Times New Roman" pitchFamily="18" charset="0"/>
                <a:cs typeface="Times New Roman" pitchFamily="18" charset="0"/>
              </a:rPr>
              <a:t> manually.</a:t>
            </a:r>
          </a:p>
          <a:p>
            <a:pPr marL="285750" indent="-285750" algn="l">
              <a:buFont typeface="Arial" pitchFamily="34" charset="0"/>
              <a:buChar char="•"/>
            </a:pPr>
            <a:r>
              <a:rPr lang="en-IN" sz="1000" dirty="0">
                <a:latin typeface="Times New Roman" pitchFamily="18" charset="0"/>
                <a:cs typeface="Times New Roman" pitchFamily="18" charset="0"/>
              </a:rPr>
              <a:t>Set the </a:t>
            </a:r>
            <a:r>
              <a:rPr lang="en-IN" sz="1000" b="1" dirty="0">
                <a:latin typeface="Times New Roman" pitchFamily="18" charset="0"/>
                <a:cs typeface="Times New Roman" pitchFamily="18" charset="0"/>
              </a:rPr>
              <a:t>Horizontal Gap</a:t>
            </a:r>
            <a:r>
              <a:rPr lang="en-IN" sz="1000" dirty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IN" sz="1000" b="1" dirty="0">
                <a:latin typeface="Times New Roman" pitchFamily="18" charset="0"/>
                <a:cs typeface="Times New Roman" pitchFamily="18" charset="0"/>
              </a:rPr>
              <a:t>Vertical Gap</a:t>
            </a:r>
            <a:r>
              <a:rPr lang="en-IN" sz="1000" dirty="0">
                <a:latin typeface="Times New Roman" pitchFamily="18" charset="0"/>
                <a:cs typeface="Times New Roman" pitchFamily="18" charset="0"/>
              </a:rPr>
              <a:t> manually (default value is </a:t>
            </a:r>
            <a:r>
              <a:rPr lang="en-IN" sz="1000" b="1" dirty="0">
                <a:latin typeface="Times New Roman" pitchFamily="18" charset="0"/>
                <a:cs typeface="Times New Roman" pitchFamily="18" charset="0"/>
              </a:rPr>
              <a:t>3.00 mm</a:t>
            </a:r>
            <a:r>
              <a:rPr lang="en-IN" sz="1000" dirty="0">
                <a:latin typeface="Times New Roman" pitchFamily="18" charset="0"/>
                <a:cs typeface="Times New Roman" pitchFamily="18" charset="0"/>
              </a:rPr>
              <a:t>).</a:t>
            </a:r>
          </a:p>
          <a:p>
            <a:pPr marL="285750" indent="-285750" algn="l">
              <a:buFont typeface="Arial" pitchFamily="34" charset="0"/>
              <a:buChar char="•"/>
            </a:pPr>
            <a:r>
              <a:rPr lang="en-IN" sz="1000" dirty="0">
                <a:latin typeface="Times New Roman" pitchFamily="18" charset="0"/>
                <a:cs typeface="Times New Roman" pitchFamily="18" charset="0"/>
              </a:rPr>
              <a:t>Enter the </a:t>
            </a:r>
            <a:r>
              <a:rPr lang="en-IN" sz="1000" b="1" dirty="0">
                <a:latin typeface="Times New Roman" pitchFamily="18" charset="0"/>
                <a:cs typeface="Times New Roman" pitchFamily="18" charset="0"/>
              </a:rPr>
              <a:t>Layout Columns</a:t>
            </a:r>
            <a:r>
              <a:rPr lang="en-IN" sz="1000" dirty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IN" sz="1000" b="1" dirty="0">
                <a:latin typeface="Times New Roman" pitchFamily="18" charset="0"/>
                <a:cs typeface="Times New Roman" pitchFamily="18" charset="0"/>
              </a:rPr>
              <a:t>Rows</a:t>
            </a:r>
            <a:r>
              <a:rPr lang="en-IN" sz="1000" dirty="0">
                <a:latin typeface="Times New Roman" pitchFamily="18" charset="0"/>
                <a:cs typeface="Times New Roman" pitchFamily="18" charset="0"/>
              </a:rPr>
              <a:t> manually.</a:t>
            </a:r>
          </a:p>
          <a:p>
            <a:pPr marL="285750" indent="-285750" algn="l">
              <a:buFont typeface="Arial" pitchFamily="34" charset="0"/>
              <a:buChar char="•"/>
            </a:pPr>
            <a:r>
              <a:rPr lang="en-IN" sz="1000" dirty="0">
                <a:latin typeface="Times New Roman" pitchFamily="18" charset="0"/>
                <a:cs typeface="Times New Roman" pitchFamily="18" charset="0"/>
              </a:rPr>
              <a:t>Select the </a:t>
            </a:r>
            <a:r>
              <a:rPr lang="en-IN" sz="1000" b="1" dirty="0">
                <a:latin typeface="Times New Roman" pitchFamily="18" charset="0"/>
                <a:cs typeface="Times New Roman" pitchFamily="18" charset="0"/>
              </a:rPr>
              <a:t>Shape</a:t>
            </a:r>
            <a:r>
              <a:rPr lang="en-IN" sz="1000" dirty="0">
                <a:latin typeface="Times New Roman" pitchFamily="18" charset="0"/>
                <a:cs typeface="Times New Roman" pitchFamily="18" charset="0"/>
              </a:rPr>
              <a:t> of the label:</a:t>
            </a:r>
          </a:p>
          <a:p>
            <a:pPr marL="285750" indent="-285750" algn="l">
              <a:buFont typeface="Arial" pitchFamily="34" charset="0"/>
              <a:buChar char="•"/>
            </a:pPr>
            <a:r>
              <a:rPr lang="en-IN" sz="1000" dirty="0">
                <a:latin typeface="Times New Roman" pitchFamily="18" charset="0"/>
                <a:cs typeface="Times New Roman" pitchFamily="18" charset="0"/>
              </a:rPr>
              <a:t>Round Rectangle</a:t>
            </a:r>
          </a:p>
          <a:p>
            <a:pPr marL="285750" indent="-285750" algn="l">
              <a:buFont typeface="Arial" pitchFamily="34" charset="0"/>
              <a:buChar char="•"/>
            </a:pPr>
            <a:r>
              <a:rPr lang="en-IN" sz="1000" dirty="0">
                <a:latin typeface="Times New Roman" pitchFamily="18" charset="0"/>
                <a:cs typeface="Times New Roman" pitchFamily="18" charset="0"/>
              </a:rPr>
              <a:t>Square Rectangle</a:t>
            </a:r>
          </a:p>
          <a:p>
            <a:pPr marL="285750" indent="-285750" algn="l">
              <a:buFont typeface="Arial" pitchFamily="34" charset="0"/>
              <a:buChar char="•"/>
            </a:pPr>
            <a:r>
              <a:rPr lang="en-IN" sz="1000" dirty="0">
                <a:latin typeface="Times New Roman" pitchFamily="18" charset="0"/>
                <a:cs typeface="Times New Roman" pitchFamily="18" charset="0"/>
              </a:rPr>
              <a:t>Ellipse (3 options available)</a:t>
            </a:r>
          </a:p>
          <a:p>
            <a:pPr algn="l"/>
            <a:endParaRPr lang="en-IN" sz="10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762001"/>
            <a:ext cx="3847744" cy="28956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0" y="762001"/>
            <a:ext cx="4832833" cy="289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1849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3600" y="304800"/>
            <a:ext cx="4038600" cy="609600"/>
          </a:xfrm>
        </p:spPr>
        <p:txBody>
          <a:bodyPr>
            <a:normAutofit fontScale="90000"/>
          </a:bodyPr>
          <a:lstStyle/>
          <a:p>
            <a:r>
              <a:rPr lang="en-US" sz="3800" dirty="0" smtClean="0">
                <a:latin typeface="Times New Roman" pitchFamily="18" charset="0"/>
                <a:cs typeface="Times New Roman" pitchFamily="18" charset="0"/>
              </a:rPr>
              <a:t>Blank Page</a:t>
            </a:r>
            <a:endParaRPr lang="en-IN" sz="38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990600"/>
            <a:ext cx="6400800" cy="3962400"/>
          </a:xfrm>
          <a:prstGeom prst="rect">
            <a:avLst/>
          </a:prstGeom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1143000" y="5486400"/>
            <a:ext cx="6553200" cy="609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 algn="l">
              <a:buFont typeface="Arial" pitchFamily="34" charset="0"/>
              <a:buChar char="•"/>
            </a:pPr>
            <a:r>
              <a:rPr lang="en-IN" sz="1500" dirty="0">
                <a:latin typeface="Times New Roman" pitchFamily="18" charset="0"/>
                <a:cs typeface="Times New Roman" pitchFamily="18" charset="0"/>
              </a:rPr>
              <a:t>After entering the label size, click </a:t>
            </a:r>
            <a:r>
              <a:rPr lang="en-IN" sz="1500" b="1" dirty="0">
                <a:latin typeface="Times New Roman" pitchFamily="18" charset="0"/>
                <a:cs typeface="Times New Roman" pitchFamily="18" charset="0"/>
              </a:rPr>
              <a:t>OK</a:t>
            </a:r>
            <a:r>
              <a:rPr lang="en-IN" sz="15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285750" indent="-285750" algn="l">
              <a:buFont typeface="Arial" pitchFamily="34" charset="0"/>
              <a:buChar char="•"/>
            </a:pPr>
            <a:r>
              <a:rPr lang="en-IN" sz="1500" dirty="0">
                <a:latin typeface="Times New Roman" pitchFamily="18" charset="0"/>
                <a:cs typeface="Times New Roman" pitchFamily="18" charset="0"/>
              </a:rPr>
              <a:t>The system will open a </a:t>
            </a:r>
            <a:r>
              <a:rPr lang="en-IN" sz="1500" b="1" dirty="0">
                <a:latin typeface="Times New Roman" pitchFamily="18" charset="0"/>
                <a:cs typeface="Times New Roman" pitchFamily="18" charset="0"/>
              </a:rPr>
              <a:t>Blank Page</a:t>
            </a:r>
            <a:r>
              <a:rPr lang="en-IN" sz="1500" dirty="0">
                <a:latin typeface="Times New Roman" pitchFamily="18" charset="0"/>
                <a:cs typeface="Times New Roman" pitchFamily="18" charset="0"/>
              </a:rPr>
              <a:t> for label </a:t>
            </a:r>
            <a:r>
              <a:rPr lang="en-IN" sz="1500" dirty="0" smtClean="0">
                <a:latin typeface="Times New Roman" pitchFamily="18" charset="0"/>
                <a:cs typeface="Times New Roman" pitchFamily="18" charset="0"/>
              </a:rPr>
              <a:t>design.</a:t>
            </a:r>
            <a:endParaRPr lang="en-IN" sz="15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61455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3600" y="138402"/>
            <a:ext cx="4648200" cy="639762"/>
          </a:xfrm>
        </p:spPr>
        <p:txBody>
          <a:bodyPr>
            <a:normAutofit fontScale="90000"/>
          </a:bodyPr>
          <a:lstStyle/>
          <a:p>
            <a:r>
              <a:rPr lang="en-US" sz="3800" b="1" dirty="0" smtClean="0">
                <a:latin typeface="Times New Roman" pitchFamily="18" charset="0"/>
                <a:cs typeface="Times New Roman" pitchFamily="18" charset="0"/>
              </a:rPr>
              <a:t>Select the Data Base</a:t>
            </a:r>
            <a:endParaRPr lang="en-IN" sz="3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676400" y="5791200"/>
            <a:ext cx="5638800" cy="944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 algn="l">
              <a:buFont typeface="Arial" pitchFamily="34" charset="0"/>
              <a:buChar char="•"/>
            </a:pPr>
            <a:r>
              <a:rPr lang="en-IN" sz="1500" dirty="0">
                <a:latin typeface="Times New Roman" pitchFamily="18" charset="0"/>
                <a:cs typeface="Times New Roman" pitchFamily="18" charset="0"/>
              </a:rPr>
              <a:t>At the </a:t>
            </a:r>
            <a:r>
              <a:rPr lang="en-IN" sz="1500" b="1" dirty="0" smtClean="0">
                <a:latin typeface="Times New Roman" pitchFamily="18" charset="0"/>
                <a:cs typeface="Times New Roman" pitchFamily="18" charset="0"/>
              </a:rPr>
              <a:t>Right</a:t>
            </a:r>
            <a:r>
              <a:rPr lang="en-IN" sz="15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1500" b="1" dirty="0">
                <a:latin typeface="Times New Roman" pitchFamily="18" charset="0"/>
                <a:cs typeface="Times New Roman" pitchFamily="18" charset="0"/>
              </a:rPr>
              <a:t>of the page</a:t>
            </a:r>
            <a:r>
              <a:rPr lang="en-IN" sz="1500" dirty="0">
                <a:latin typeface="Times New Roman" pitchFamily="18" charset="0"/>
                <a:cs typeface="Times New Roman" pitchFamily="18" charset="0"/>
              </a:rPr>
              <a:t>, click the </a:t>
            </a:r>
            <a:r>
              <a:rPr lang="en-IN" sz="1500" b="1" dirty="0">
                <a:latin typeface="Times New Roman" pitchFamily="18" charset="0"/>
                <a:cs typeface="Times New Roman" pitchFamily="18" charset="0"/>
              </a:rPr>
              <a:t>Database</a:t>
            </a:r>
            <a:r>
              <a:rPr lang="en-IN" sz="1500" dirty="0">
                <a:latin typeface="Times New Roman" pitchFamily="18" charset="0"/>
                <a:cs typeface="Times New Roman" pitchFamily="18" charset="0"/>
              </a:rPr>
              <a:t> option</a:t>
            </a:r>
            <a:r>
              <a:rPr lang="en-IN" sz="15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285750" indent="-285750" algn="l">
              <a:buFont typeface="Arial" pitchFamily="34" charset="0"/>
              <a:buChar char="•"/>
            </a:pPr>
            <a:r>
              <a:rPr lang="en-IN" sz="1500" dirty="0" smtClean="0">
                <a:latin typeface="Times New Roman" pitchFamily="18" charset="0"/>
                <a:cs typeface="Times New Roman" pitchFamily="18" charset="0"/>
              </a:rPr>
              <a:t>Then </a:t>
            </a:r>
            <a:r>
              <a:rPr lang="en-IN" sz="1500" dirty="0">
                <a:latin typeface="Times New Roman" pitchFamily="18" charset="0"/>
                <a:cs typeface="Times New Roman" pitchFamily="18" charset="0"/>
              </a:rPr>
              <a:t>select </a:t>
            </a:r>
            <a:r>
              <a:rPr lang="en-IN" sz="1500" b="1" dirty="0">
                <a:latin typeface="Times New Roman" pitchFamily="18" charset="0"/>
                <a:cs typeface="Times New Roman" pitchFamily="18" charset="0"/>
              </a:rPr>
              <a:t>Setup Database</a:t>
            </a:r>
            <a:r>
              <a:rPr lang="en-IN" sz="1500" dirty="0">
                <a:latin typeface="Times New Roman" pitchFamily="18" charset="0"/>
                <a:cs typeface="Times New Roman" pitchFamily="18" charset="0"/>
              </a:rPr>
              <a:t>.</a:t>
            </a:r>
            <a:endParaRPr lang="en-IN" sz="15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838200"/>
            <a:ext cx="6037688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87774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5000" y="304800"/>
            <a:ext cx="4953000" cy="563562"/>
          </a:xfrm>
        </p:spPr>
        <p:txBody>
          <a:bodyPr>
            <a:normAutofit fontScale="90000"/>
          </a:bodyPr>
          <a:lstStyle/>
          <a:p>
            <a:r>
              <a:rPr lang="en-US" sz="3800" b="1" dirty="0" smtClean="0">
                <a:latin typeface="Times New Roman" pitchFamily="18" charset="0"/>
                <a:cs typeface="Times New Roman" pitchFamily="18" charset="0"/>
              </a:rPr>
              <a:t>Database Select File</a:t>
            </a:r>
            <a:endParaRPr lang="en-IN" sz="3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990600" y="4495800"/>
            <a:ext cx="7543800" cy="1600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 algn="l">
              <a:buFont typeface="Arial" pitchFamily="34" charset="0"/>
              <a:buChar char="•"/>
            </a:pPr>
            <a:r>
              <a:rPr lang="en-IN" sz="1500" dirty="0">
                <a:latin typeface="Times New Roman" pitchFamily="18" charset="0"/>
                <a:cs typeface="Times New Roman" pitchFamily="18" charset="0"/>
              </a:rPr>
              <a:t>Select the </a:t>
            </a:r>
            <a:r>
              <a:rPr lang="en-IN" sz="1500" b="1" dirty="0">
                <a:latin typeface="Times New Roman" pitchFamily="18" charset="0"/>
                <a:cs typeface="Times New Roman" pitchFamily="18" charset="0"/>
              </a:rPr>
              <a:t>File Type</a:t>
            </a:r>
            <a:r>
              <a:rPr lang="en-IN" sz="1500" dirty="0">
                <a:latin typeface="Times New Roman" pitchFamily="18" charset="0"/>
                <a:cs typeface="Times New Roman" pitchFamily="18" charset="0"/>
              </a:rPr>
              <a:t> as </a:t>
            </a:r>
            <a:r>
              <a:rPr lang="en-IN" sz="1500" b="1" dirty="0">
                <a:latin typeface="Times New Roman" pitchFamily="18" charset="0"/>
                <a:cs typeface="Times New Roman" pitchFamily="18" charset="0"/>
              </a:rPr>
              <a:t>Excel File</a:t>
            </a:r>
            <a:r>
              <a:rPr lang="en-IN" sz="15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285750" indent="-285750" algn="l">
              <a:buFont typeface="Arial" pitchFamily="34" charset="0"/>
              <a:buChar char="•"/>
            </a:pPr>
            <a:r>
              <a:rPr lang="en-IN" sz="1500" dirty="0">
                <a:latin typeface="Times New Roman" pitchFamily="18" charset="0"/>
                <a:cs typeface="Times New Roman" pitchFamily="18" charset="0"/>
              </a:rPr>
              <a:t>Click </a:t>
            </a:r>
            <a:r>
              <a:rPr lang="en-IN" sz="1500" b="1" dirty="0">
                <a:latin typeface="Times New Roman" pitchFamily="18" charset="0"/>
                <a:cs typeface="Times New Roman" pitchFamily="18" charset="0"/>
              </a:rPr>
              <a:t>Select File</a:t>
            </a:r>
            <a:r>
              <a:rPr lang="en-IN" sz="15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285750" indent="-285750" algn="l">
              <a:buFont typeface="Arial" pitchFamily="34" charset="0"/>
              <a:buChar char="•"/>
            </a:pPr>
            <a:r>
              <a:rPr lang="en-IN" sz="1500" dirty="0">
                <a:latin typeface="Times New Roman" pitchFamily="18" charset="0"/>
                <a:cs typeface="Times New Roman" pitchFamily="18" charset="0"/>
              </a:rPr>
              <a:t>A browser window will open to choose the </a:t>
            </a:r>
            <a:r>
              <a:rPr lang="en-IN" sz="1500" b="1" dirty="0">
                <a:latin typeface="Times New Roman" pitchFamily="18" charset="0"/>
                <a:cs typeface="Times New Roman" pitchFamily="18" charset="0"/>
              </a:rPr>
              <a:t>Excel file from the local disk</a:t>
            </a:r>
            <a:r>
              <a:rPr lang="en-IN" sz="15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285750" indent="-285750" algn="l">
              <a:buFont typeface="Arial" pitchFamily="34" charset="0"/>
              <a:buChar char="•"/>
            </a:pPr>
            <a:r>
              <a:rPr lang="en-IN" sz="1500" dirty="0">
                <a:latin typeface="Times New Roman" pitchFamily="18" charset="0"/>
                <a:cs typeface="Times New Roman" pitchFamily="18" charset="0"/>
              </a:rPr>
              <a:t>After selecting the file, a </a:t>
            </a:r>
            <a:r>
              <a:rPr lang="en-IN" sz="1500" b="1" dirty="0">
                <a:latin typeface="Times New Roman" pitchFamily="18" charset="0"/>
                <a:cs typeface="Times New Roman" pitchFamily="18" charset="0"/>
              </a:rPr>
              <a:t>preview of the Excel data</a:t>
            </a:r>
            <a:r>
              <a:rPr lang="en-IN" sz="1500" dirty="0">
                <a:latin typeface="Times New Roman" pitchFamily="18" charset="0"/>
                <a:cs typeface="Times New Roman" pitchFamily="18" charset="0"/>
              </a:rPr>
              <a:t> will be displayed at the bottom of the window.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00" y="838200"/>
            <a:ext cx="4648200" cy="3516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56592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0800" y="228600"/>
            <a:ext cx="3581400" cy="533400"/>
          </a:xfrm>
        </p:spPr>
        <p:txBody>
          <a:bodyPr>
            <a:normAutofit fontScale="90000"/>
          </a:bodyPr>
          <a:lstStyle/>
          <a:p>
            <a:r>
              <a:rPr lang="en-US" sz="3800" b="1" dirty="0" smtClean="0">
                <a:latin typeface="Times New Roman" pitchFamily="18" charset="0"/>
                <a:cs typeface="Times New Roman" pitchFamily="18" charset="0"/>
              </a:rPr>
              <a:t>Insert </a:t>
            </a:r>
            <a:r>
              <a:rPr lang="en-US" sz="3800" b="1" dirty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3800" b="1" dirty="0" smtClean="0">
                <a:latin typeface="Times New Roman" pitchFamily="18" charset="0"/>
                <a:cs typeface="Times New Roman" pitchFamily="18" charset="0"/>
              </a:rPr>
              <a:t>he Text </a:t>
            </a:r>
            <a:endParaRPr lang="en-IN" sz="38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0" y="990600"/>
            <a:ext cx="2990850" cy="2402225"/>
          </a:xfrm>
          <a:prstGeom prst="rect">
            <a:avLst/>
          </a:prstGeom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1121352" y="4038600"/>
            <a:ext cx="7391400" cy="2209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571500" algn="l">
              <a:buFont typeface="Arial" pitchFamily="34" charset="0"/>
              <a:buChar char="•"/>
            </a:pPr>
            <a:r>
              <a:rPr lang="en-IN" sz="1500" dirty="0">
                <a:latin typeface="Times New Roman" pitchFamily="18" charset="0"/>
                <a:cs typeface="Times New Roman" pitchFamily="18" charset="0"/>
              </a:rPr>
              <a:t>At the top of the page, click the </a:t>
            </a:r>
            <a:r>
              <a:rPr lang="en-IN" sz="1500" b="1" dirty="0">
                <a:latin typeface="Times New Roman" pitchFamily="18" charset="0"/>
                <a:cs typeface="Times New Roman" pitchFamily="18" charset="0"/>
              </a:rPr>
              <a:t>Text (T) Symbol</a:t>
            </a:r>
            <a:r>
              <a:rPr lang="en-IN" sz="15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571500" indent="-571500" algn="l">
              <a:buFont typeface="Arial" pitchFamily="34" charset="0"/>
              <a:buChar char="•"/>
            </a:pPr>
            <a:r>
              <a:rPr lang="en-IN" sz="1500" dirty="0">
                <a:latin typeface="Times New Roman" pitchFamily="18" charset="0"/>
                <a:cs typeface="Times New Roman" pitchFamily="18" charset="0"/>
              </a:rPr>
              <a:t>There are </a:t>
            </a:r>
            <a:r>
              <a:rPr lang="en-IN" sz="1500" b="1" dirty="0">
                <a:latin typeface="Times New Roman" pitchFamily="18" charset="0"/>
                <a:cs typeface="Times New Roman" pitchFamily="18" charset="0"/>
              </a:rPr>
              <a:t>three types of text options</a:t>
            </a:r>
            <a:r>
              <a:rPr lang="en-IN" sz="15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742950" lvl="1" indent="-285750">
              <a:buFont typeface="Wingdings" pitchFamily="2" charset="2"/>
              <a:buChar char="Ø"/>
            </a:pPr>
            <a:r>
              <a:rPr lang="en-IN" sz="1500" dirty="0">
                <a:latin typeface="Times New Roman" pitchFamily="18" charset="0"/>
                <a:cs typeface="Times New Roman" pitchFamily="18" charset="0"/>
              </a:rPr>
              <a:t>Normal Text</a:t>
            </a:r>
          </a:p>
          <a:p>
            <a:pPr marL="742950" lvl="1" indent="-285750">
              <a:buFont typeface="Wingdings" pitchFamily="2" charset="2"/>
              <a:buChar char="Ø"/>
            </a:pPr>
            <a:r>
              <a:rPr lang="en-IN" sz="1500" dirty="0">
                <a:latin typeface="Times New Roman" pitchFamily="18" charset="0"/>
                <a:cs typeface="Times New Roman" pitchFamily="18" charset="0"/>
              </a:rPr>
              <a:t>Multiple Text</a:t>
            </a:r>
          </a:p>
          <a:p>
            <a:pPr marL="742950" lvl="1" indent="-285750">
              <a:buFont typeface="Wingdings" pitchFamily="2" charset="2"/>
              <a:buChar char="Ø"/>
            </a:pPr>
            <a:r>
              <a:rPr lang="en-IN" sz="1500" dirty="0">
                <a:latin typeface="Times New Roman" pitchFamily="18" charset="0"/>
                <a:cs typeface="Times New Roman" pitchFamily="18" charset="0"/>
              </a:rPr>
              <a:t>Wrap Text</a:t>
            </a:r>
          </a:p>
          <a:p>
            <a:pPr marL="571500" indent="-571500" algn="l">
              <a:buFont typeface="Arial" pitchFamily="34" charset="0"/>
              <a:buChar char="•"/>
            </a:pPr>
            <a:r>
              <a:rPr lang="en-IN" sz="1500" dirty="0">
                <a:latin typeface="Times New Roman" pitchFamily="18" charset="0"/>
                <a:cs typeface="Times New Roman" pitchFamily="18" charset="0"/>
              </a:rPr>
              <a:t>Select </a:t>
            </a:r>
            <a:r>
              <a:rPr lang="en-IN" sz="1500" b="1" dirty="0">
                <a:latin typeface="Times New Roman" pitchFamily="18" charset="0"/>
                <a:cs typeface="Times New Roman" pitchFamily="18" charset="0"/>
              </a:rPr>
              <a:t>Normal Text</a:t>
            </a:r>
            <a:r>
              <a:rPr lang="en-IN" sz="15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571500" indent="-571500" algn="l">
              <a:buFont typeface="Arial" pitchFamily="34" charset="0"/>
              <a:buChar char="•"/>
            </a:pPr>
            <a:r>
              <a:rPr lang="en-IN" sz="1500" dirty="0">
                <a:latin typeface="Times New Roman" pitchFamily="18" charset="0"/>
                <a:cs typeface="Times New Roman" pitchFamily="18" charset="0"/>
              </a:rPr>
              <a:t>Click and drag on the page to place the text.</a:t>
            </a:r>
          </a:p>
          <a:p>
            <a:pPr marL="571500" indent="-571500" algn="l">
              <a:buFont typeface="Arial" pitchFamily="34" charset="0"/>
              <a:buChar char="•"/>
            </a:pPr>
            <a:r>
              <a:rPr lang="en-IN" sz="1500" dirty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IN" sz="1500" b="1" dirty="0">
                <a:latin typeface="Times New Roman" pitchFamily="18" charset="0"/>
                <a:cs typeface="Times New Roman" pitchFamily="18" charset="0"/>
              </a:rPr>
              <a:t>text settings popup window</a:t>
            </a:r>
            <a:r>
              <a:rPr lang="en-IN" sz="1500" dirty="0">
                <a:latin typeface="Times New Roman" pitchFamily="18" charset="0"/>
                <a:cs typeface="Times New Roman" pitchFamily="18" charset="0"/>
              </a:rPr>
              <a:t> will open.</a:t>
            </a:r>
          </a:p>
          <a:p>
            <a:pPr marL="571500" indent="-571500" algn="l">
              <a:buFont typeface="Arial" pitchFamily="34" charset="0"/>
              <a:buChar char="•"/>
            </a:pPr>
            <a:r>
              <a:rPr lang="en-IN" sz="1500" dirty="0">
                <a:latin typeface="Times New Roman" pitchFamily="18" charset="0"/>
                <a:cs typeface="Times New Roman" pitchFamily="18" charset="0"/>
              </a:rPr>
              <a:t>At the top of the page, the </a:t>
            </a:r>
            <a:r>
              <a:rPr lang="en-IN" sz="1500" b="1" dirty="0">
                <a:latin typeface="Times New Roman" pitchFamily="18" charset="0"/>
                <a:cs typeface="Times New Roman" pitchFamily="18" charset="0"/>
              </a:rPr>
              <a:t>Barcode Symbol</a:t>
            </a:r>
            <a:r>
              <a:rPr lang="en-IN" sz="1500" dirty="0">
                <a:latin typeface="Times New Roman" pitchFamily="18" charset="0"/>
                <a:cs typeface="Times New Roman" pitchFamily="18" charset="0"/>
              </a:rPr>
              <a:t> is also available to insert barcodes.</a:t>
            </a:r>
          </a:p>
        </p:txBody>
      </p:sp>
    </p:spTree>
    <p:extLst>
      <p:ext uri="{BB962C8B-B14F-4D97-AF65-F5344CB8AC3E}">
        <p14:creationId xmlns:p14="http://schemas.microsoft.com/office/powerpoint/2010/main" val="12919306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0" y="228600"/>
            <a:ext cx="3429000" cy="457200"/>
          </a:xfrm>
        </p:spPr>
        <p:txBody>
          <a:bodyPr>
            <a:normAutofit fontScale="90000"/>
          </a:bodyPr>
          <a:lstStyle/>
          <a:p>
            <a:r>
              <a:rPr lang="en-US" sz="3800" b="1" dirty="0" smtClean="0">
                <a:latin typeface="Times New Roman" pitchFamily="18" charset="0"/>
                <a:cs typeface="Times New Roman" pitchFamily="18" charset="0"/>
              </a:rPr>
              <a:t>Database Merge</a:t>
            </a:r>
            <a:endParaRPr lang="en-IN" sz="3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1219200" y="4724400"/>
            <a:ext cx="7315200" cy="1219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 algn="l">
              <a:buFont typeface="Arial" pitchFamily="34" charset="0"/>
              <a:buChar char="•"/>
            </a:pPr>
            <a:r>
              <a:rPr lang="en-IN" sz="1500" dirty="0">
                <a:latin typeface="Times New Roman" pitchFamily="18" charset="0"/>
                <a:cs typeface="Times New Roman" pitchFamily="18" charset="0"/>
              </a:rPr>
              <a:t>Click </a:t>
            </a:r>
            <a:r>
              <a:rPr lang="en-IN" sz="1500" b="1" dirty="0">
                <a:latin typeface="Times New Roman" pitchFamily="18" charset="0"/>
                <a:cs typeface="Times New Roman" pitchFamily="18" charset="0"/>
              </a:rPr>
              <a:t>Source</a:t>
            </a:r>
            <a:r>
              <a:rPr lang="en-IN" sz="1500" dirty="0">
                <a:latin typeface="Times New Roman" pitchFamily="18" charset="0"/>
                <a:cs typeface="Times New Roman" pitchFamily="18" charset="0"/>
              </a:rPr>
              <a:t> to select the data source. There are </a:t>
            </a:r>
            <a:r>
              <a:rPr lang="en-IN" sz="1500" b="1" dirty="0">
                <a:latin typeface="Times New Roman" pitchFamily="18" charset="0"/>
                <a:cs typeface="Times New Roman" pitchFamily="18" charset="0"/>
              </a:rPr>
              <a:t>6 types available</a:t>
            </a:r>
            <a:r>
              <a:rPr lang="en-IN" sz="15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285750" indent="-285750" algn="l">
              <a:buFont typeface="Arial" pitchFamily="34" charset="0"/>
              <a:buChar char="•"/>
            </a:pPr>
            <a:r>
              <a:rPr lang="en-IN" sz="1500" dirty="0">
                <a:latin typeface="Times New Roman" pitchFamily="18" charset="0"/>
                <a:cs typeface="Times New Roman" pitchFamily="18" charset="0"/>
              </a:rPr>
              <a:t>Fixed</a:t>
            </a:r>
          </a:p>
          <a:p>
            <a:pPr marL="285750" indent="-285750" algn="l">
              <a:buFont typeface="Arial" pitchFamily="34" charset="0"/>
              <a:buChar char="•"/>
            </a:pPr>
            <a:r>
              <a:rPr lang="en-IN" sz="1500" dirty="0">
                <a:latin typeface="Times New Roman" pitchFamily="18" charset="0"/>
                <a:cs typeface="Times New Roman" pitchFamily="18" charset="0"/>
              </a:rPr>
              <a:t>Database</a:t>
            </a:r>
          </a:p>
          <a:p>
            <a:pPr marL="285750" indent="-285750" algn="l">
              <a:buFont typeface="Arial" pitchFamily="34" charset="0"/>
              <a:buChar char="•"/>
            </a:pPr>
            <a:r>
              <a:rPr lang="en-IN" sz="1500" dirty="0">
                <a:latin typeface="Times New Roman" pitchFamily="18" charset="0"/>
                <a:cs typeface="Times New Roman" pitchFamily="18" charset="0"/>
              </a:rPr>
              <a:t>Date</a:t>
            </a:r>
          </a:p>
          <a:p>
            <a:pPr marL="285750" indent="-285750" algn="l">
              <a:buFont typeface="Arial" pitchFamily="34" charset="0"/>
              <a:buChar char="•"/>
            </a:pPr>
            <a:r>
              <a:rPr lang="en-IN" sz="1500" dirty="0">
                <a:latin typeface="Times New Roman" pitchFamily="18" charset="0"/>
                <a:cs typeface="Times New Roman" pitchFamily="18" charset="0"/>
              </a:rPr>
              <a:t>Time</a:t>
            </a:r>
          </a:p>
          <a:p>
            <a:pPr marL="285750" indent="-285750" algn="l">
              <a:buFont typeface="Arial" pitchFamily="34" charset="0"/>
              <a:buChar char="•"/>
            </a:pPr>
            <a:r>
              <a:rPr lang="en-IN" sz="1500" dirty="0">
                <a:latin typeface="Times New Roman" pitchFamily="18" charset="0"/>
                <a:cs typeface="Times New Roman" pitchFamily="18" charset="0"/>
              </a:rPr>
              <a:t>Keyboard</a:t>
            </a:r>
          </a:p>
          <a:p>
            <a:pPr marL="285750" indent="-285750" algn="l">
              <a:buFont typeface="Arial" pitchFamily="34" charset="0"/>
              <a:buChar char="•"/>
            </a:pPr>
            <a:r>
              <a:rPr lang="en-IN" sz="1500" dirty="0">
                <a:latin typeface="Times New Roman" pitchFamily="18" charset="0"/>
                <a:cs typeface="Times New Roman" pitchFamily="18" charset="0"/>
              </a:rPr>
              <a:t>Serial Number</a:t>
            </a:r>
          </a:p>
          <a:p>
            <a:pPr marL="285750" indent="-285750" algn="l">
              <a:buFont typeface="Arial" pitchFamily="34" charset="0"/>
              <a:buChar char="•"/>
            </a:pPr>
            <a:r>
              <a:rPr lang="en-IN" sz="1500" dirty="0">
                <a:latin typeface="Times New Roman" pitchFamily="18" charset="0"/>
                <a:cs typeface="Times New Roman" pitchFamily="18" charset="0"/>
              </a:rPr>
              <a:t>Select </a:t>
            </a:r>
            <a:r>
              <a:rPr lang="en-IN" sz="1500" b="1" dirty="0">
                <a:latin typeface="Times New Roman" pitchFamily="18" charset="0"/>
                <a:cs typeface="Times New Roman" pitchFamily="18" charset="0"/>
              </a:rPr>
              <a:t>Database</a:t>
            </a:r>
            <a:r>
              <a:rPr lang="en-IN" sz="1500" dirty="0">
                <a:latin typeface="Times New Roman" pitchFamily="18" charset="0"/>
                <a:cs typeface="Times New Roman" pitchFamily="18" charset="0"/>
              </a:rPr>
              <a:t>.</a:t>
            </a:r>
            <a:br>
              <a:rPr lang="en-IN" sz="1500" dirty="0">
                <a:latin typeface="Times New Roman" pitchFamily="18" charset="0"/>
                <a:cs typeface="Times New Roman" pitchFamily="18" charset="0"/>
              </a:rPr>
            </a:br>
            <a:r>
              <a:rPr lang="en-IN" sz="1500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IN" sz="1500" b="1" dirty="0">
                <a:latin typeface="Times New Roman" pitchFamily="18" charset="0"/>
                <a:cs typeface="Times New Roman" pitchFamily="18" charset="0"/>
              </a:rPr>
              <a:t>field names from the Excel sheet header</a:t>
            </a:r>
            <a:r>
              <a:rPr lang="en-IN" sz="1500" dirty="0">
                <a:latin typeface="Times New Roman" pitchFamily="18" charset="0"/>
                <a:cs typeface="Times New Roman" pitchFamily="18" charset="0"/>
              </a:rPr>
              <a:t> will automatically appear.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0618" y="805873"/>
            <a:ext cx="3824287" cy="330871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364" y="805873"/>
            <a:ext cx="4160170" cy="3308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84930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62200" y="25400"/>
            <a:ext cx="4495800" cy="639762"/>
          </a:xfrm>
        </p:spPr>
        <p:txBody>
          <a:bodyPr>
            <a:normAutofit fontScale="90000"/>
          </a:bodyPr>
          <a:lstStyle/>
          <a:p>
            <a:r>
              <a:rPr lang="en-US" sz="3800" b="1" dirty="0" smtClean="0">
                <a:latin typeface="Times New Roman" pitchFamily="18" charset="0"/>
                <a:cs typeface="Times New Roman" pitchFamily="18" charset="0"/>
              </a:rPr>
              <a:t>Barcode Type</a:t>
            </a:r>
            <a:endParaRPr lang="en-IN" sz="3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1524000" y="5334000"/>
            <a:ext cx="71628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 algn="l">
              <a:buFont typeface="Arial" pitchFamily="34" charset="0"/>
              <a:buChar char="•"/>
            </a:pPr>
            <a:r>
              <a:rPr lang="en-US" sz="1500" dirty="0" smtClean="0">
                <a:latin typeface="Times New Roman" pitchFamily="18" charset="0"/>
                <a:cs typeface="Times New Roman" pitchFamily="18" charset="0"/>
              </a:rPr>
              <a:t>Left Side Barcode Symbol is there.</a:t>
            </a:r>
            <a:endParaRPr lang="en-IN" sz="1500" dirty="0" smtClean="0">
              <a:latin typeface="Times New Roman" pitchFamily="18" charset="0"/>
              <a:cs typeface="Times New Roman" pitchFamily="18" charset="0"/>
            </a:endParaRPr>
          </a:p>
          <a:p>
            <a:pPr marL="285750" indent="-285750" algn="l">
              <a:buFont typeface="Arial" pitchFamily="34" charset="0"/>
              <a:buChar char="•"/>
            </a:pPr>
            <a:r>
              <a:rPr lang="en-IN" sz="1500" dirty="0" smtClean="0">
                <a:latin typeface="Times New Roman" pitchFamily="18" charset="0"/>
                <a:cs typeface="Times New Roman" pitchFamily="18" charset="0"/>
              </a:rPr>
              <a:t>Choose the Barcode 1D or 2D.</a:t>
            </a:r>
            <a:endParaRPr lang="en-IN" sz="1500" dirty="0">
              <a:latin typeface="Times New Roman" pitchFamily="18" charset="0"/>
              <a:cs typeface="Times New Roman" pitchFamily="18" charset="0"/>
            </a:endParaRPr>
          </a:p>
          <a:p>
            <a:pPr marL="285750" indent="-285750" algn="l">
              <a:buFont typeface="Arial" pitchFamily="34" charset="0"/>
              <a:buChar char="•"/>
            </a:pPr>
            <a:r>
              <a:rPr lang="en-IN" sz="1500" dirty="0">
                <a:latin typeface="Times New Roman" pitchFamily="18" charset="0"/>
                <a:cs typeface="Times New Roman" pitchFamily="18" charset="0"/>
              </a:rPr>
              <a:t>Select the required </a:t>
            </a:r>
            <a:r>
              <a:rPr lang="en-IN" sz="1500" b="1" dirty="0">
                <a:latin typeface="Times New Roman" pitchFamily="18" charset="0"/>
                <a:cs typeface="Times New Roman" pitchFamily="18" charset="0"/>
              </a:rPr>
              <a:t>Excel field</a:t>
            </a:r>
            <a:r>
              <a:rPr lang="en-IN" sz="1500" dirty="0">
                <a:latin typeface="Times New Roman" pitchFamily="18" charset="0"/>
                <a:cs typeface="Times New Roman" pitchFamily="18" charset="0"/>
              </a:rPr>
              <a:t> for the barcode value.</a:t>
            </a:r>
          </a:p>
          <a:p>
            <a:pPr marL="285750" indent="-285750" algn="l">
              <a:buFont typeface="Arial" pitchFamily="34" charset="0"/>
              <a:buChar char="•"/>
            </a:pPr>
            <a:r>
              <a:rPr lang="en-IN" sz="1500" dirty="0">
                <a:latin typeface="Times New Roman" pitchFamily="18" charset="0"/>
                <a:cs typeface="Times New Roman" pitchFamily="18" charset="0"/>
              </a:rPr>
              <a:t>If </a:t>
            </a:r>
            <a:r>
              <a:rPr lang="en-IN" sz="1500" b="1" dirty="0">
                <a:latin typeface="Times New Roman" pitchFamily="18" charset="0"/>
                <a:cs typeface="Times New Roman" pitchFamily="18" charset="0"/>
              </a:rPr>
              <a:t>Serial Number</a:t>
            </a:r>
            <a:r>
              <a:rPr lang="en-IN" sz="1500" dirty="0">
                <a:latin typeface="Times New Roman" pitchFamily="18" charset="0"/>
                <a:cs typeface="Times New Roman" pitchFamily="18" charset="0"/>
              </a:rPr>
              <a:t> is selected, the </a:t>
            </a:r>
            <a:r>
              <a:rPr lang="en-IN" sz="1500" b="1" dirty="0">
                <a:latin typeface="Times New Roman" pitchFamily="18" charset="0"/>
                <a:cs typeface="Times New Roman" pitchFamily="18" charset="0"/>
              </a:rPr>
              <a:t>last number will automatically increment</a:t>
            </a:r>
            <a:r>
              <a:rPr lang="en-IN" sz="1500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2636" y="685800"/>
            <a:ext cx="5823666" cy="4409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8302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0800" y="152400"/>
            <a:ext cx="3733800" cy="639762"/>
          </a:xfrm>
        </p:spPr>
        <p:txBody>
          <a:bodyPr>
            <a:normAutofit fontScale="90000"/>
          </a:bodyPr>
          <a:lstStyle/>
          <a:p>
            <a:r>
              <a:rPr lang="en-US" sz="3800" b="1" dirty="0" smtClean="0">
                <a:latin typeface="Times New Roman" pitchFamily="18" charset="0"/>
                <a:cs typeface="Times New Roman" pitchFamily="18" charset="0"/>
              </a:rPr>
              <a:t>Print Option</a:t>
            </a:r>
            <a:endParaRPr lang="en-IN" sz="3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200891" y="4800600"/>
            <a:ext cx="8915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571500" algn="l">
              <a:buFont typeface="Arial" pitchFamily="34" charset="0"/>
              <a:buChar char="•"/>
            </a:pPr>
            <a:r>
              <a:rPr lang="en-IN" sz="1500" dirty="0">
                <a:latin typeface="Times New Roman" pitchFamily="18" charset="0"/>
                <a:cs typeface="Times New Roman" pitchFamily="18" charset="0"/>
              </a:rPr>
              <a:t>Press </a:t>
            </a:r>
            <a:r>
              <a:rPr lang="en-IN" sz="1500" b="1" dirty="0">
                <a:latin typeface="Times New Roman" pitchFamily="18" charset="0"/>
                <a:cs typeface="Times New Roman" pitchFamily="18" charset="0"/>
              </a:rPr>
              <a:t>Ctrl + P</a:t>
            </a:r>
            <a:r>
              <a:rPr lang="en-IN" sz="1500" dirty="0">
                <a:latin typeface="Times New Roman" pitchFamily="18" charset="0"/>
                <a:cs typeface="Times New Roman" pitchFamily="18" charset="0"/>
              </a:rPr>
              <a:t> to open the </a:t>
            </a:r>
            <a:r>
              <a:rPr lang="en-IN" sz="1500" b="1" dirty="0">
                <a:latin typeface="Times New Roman" pitchFamily="18" charset="0"/>
                <a:cs typeface="Times New Roman" pitchFamily="18" charset="0"/>
              </a:rPr>
              <a:t>Print Page</a:t>
            </a:r>
            <a:r>
              <a:rPr lang="en-IN" sz="15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571500" indent="-571500" algn="l">
              <a:buFont typeface="Arial" pitchFamily="34" charset="0"/>
              <a:buChar char="•"/>
            </a:pPr>
            <a:r>
              <a:rPr lang="en-IN" sz="1500" dirty="0">
                <a:latin typeface="Times New Roman" pitchFamily="18" charset="0"/>
                <a:cs typeface="Times New Roman" pitchFamily="18" charset="0"/>
              </a:rPr>
              <a:t>In </a:t>
            </a:r>
            <a:r>
              <a:rPr lang="en-IN" sz="1500" b="1" dirty="0">
                <a:latin typeface="Times New Roman" pitchFamily="18" charset="0"/>
                <a:cs typeface="Times New Roman" pitchFamily="18" charset="0"/>
              </a:rPr>
              <a:t>Print Range</a:t>
            </a:r>
            <a:r>
              <a:rPr lang="en-IN" sz="1500" dirty="0">
                <a:latin typeface="Times New Roman" pitchFamily="18" charset="0"/>
                <a:cs typeface="Times New Roman" pitchFamily="18" charset="0"/>
              </a:rPr>
              <a:t>, enter the </a:t>
            </a:r>
            <a:r>
              <a:rPr lang="en-IN" sz="1500" b="1" dirty="0">
                <a:latin typeface="Times New Roman" pitchFamily="18" charset="0"/>
                <a:cs typeface="Times New Roman" pitchFamily="18" charset="0"/>
              </a:rPr>
              <a:t>Quantity manually</a:t>
            </a:r>
            <a:r>
              <a:rPr lang="en-IN" sz="15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571500" indent="-571500" algn="l">
              <a:buFont typeface="Arial" pitchFamily="34" charset="0"/>
              <a:buChar char="•"/>
            </a:pPr>
            <a:r>
              <a:rPr lang="en-IN" sz="1500" dirty="0">
                <a:latin typeface="Times New Roman" pitchFamily="18" charset="0"/>
                <a:cs typeface="Times New Roman" pitchFamily="18" charset="0"/>
              </a:rPr>
              <a:t>Two options are available: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IN" sz="1500" b="1" dirty="0">
                <a:latin typeface="Times New Roman" pitchFamily="18" charset="0"/>
                <a:cs typeface="Times New Roman" pitchFamily="18" charset="0"/>
              </a:rPr>
              <a:t>All</a:t>
            </a:r>
            <a:endParaRPr lang="en-IN" sz="1500" dirty="0">
              <a:latin typeface="Times New Roman" pitchFamily="18" charset="0"/>
              <a:cs typeface="Times New Roman" pitchFamily="18" charset="0"/>
            </a:endParaRPr>
          </a:p>
          <a:p>
            <a:pPr marL="742950" lvl="1" indent="-285750">
              <a:buFont typeface="Arial" pitchFamily="34" charset="0"/>
              <a:buChar char="•"/>
            </a:pPr>
            <a:r>
              <a:rPr lang="en-IN" sz="1500" b="1" dirty="0" smtClean="0">
                <a:latin typeface="Times New Roman" pitchFamily="18" charset="0"/>
                <a:cs typeface="Times New Roman" pitchFamily="18" charset="0"/>
              </a:rPr>
              <a:t>Custom</a:t>
            </a:r>
            <a:endParaRPr lang="en-IN" sz="1500" dirty="0">
              <a:latin typeface="Times New Roman" pitchFamily="18" charset="0"/>
              <a:cs typeface="Times New Roman" pitchFamily="18" charset="0"/>
            </a:endParaRPr>
          </a:p>
          <a:p>
            <a:pPr marL="571500" indent="-571500" algn="l">
              <a:buFont typeface="Arial" pitchFamily="34" charset="0"/>
              <a:buChar char="•"/>
            </a:pPr>
            <a:r>
              <a:rPr lang="en-IN" sz="1500" dirty="0">
                <a:latin typeface="Times New Roman" pitchFamily="18" charset="0"/>
                <a:cs typeface="Times New Roman" pitchFamily="18" charset="0"/>
              </a:rPr>
              <a:t>If </a:t>
            </a:r>
            <a:r>
              <a:rPr lang="en-IN" sz="1500" b="1" dirty="0" smtClean="0">
                <a:latin typeface="Times New Roman" pitchFamily="18" charset="0"/>
                <a:cs typeface="Times New Roman" pitchFamily="18" charset="0"/>
              </a:rPr>
              <a:t>Rows (2,4,5-8) </a:t>
            </a:r>
            <a:r>
              <a:rPr lang="en-IN" sz="1500" dirty="0" smtClean="0">
                <a:latin typeface="Times New Roman" pitchFamily="18" charset="0"/>
                <a:cs typeface="Times New Roman" pitchFamily="18" charset="0"/>
              </a:rPr>
              <a:t>enter </a:t>
            </a:r>
            <a:r>
              <a:rPr lang="en-IN" sz="1500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IN" sz="1500" b="1" dirty="0">
                <a:latin typeface="Times New Roman" pitchFamily="18" charset="0"/>
                <a:cs typeface="Times New Roman" pitchFamily="18" charset="0"/>
              </a:rPr>
              <a:t>Excel Serial Number (</a:t>
            </a:r>
            <a:r>
              <a:rPr lang="en-IN" sz="1500" b="1" dirty="0" err="1">
                <a:latin typeface="Times New Roman" pitchFamily="18" charset="0"/>
                <a:cs typeface="Times New Roman" pitchFamily="18" charset="0"/>
              </a:rPr>
              <a:t>S.No</a:t>
            </a:r>
            <a:r>
              <a:rPr lang="en-IN" sz="1500" b="1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IN" sz="1500" dirty="0">
                <a:latin typeface="Times New Roman" pitchFamily="18" charset="0"/>
                <a:cs typeface="Times New Roman" pitchFamily="18" charset="0"/>
              </a:rPr>
              <a:t> to print.</a:t>
            </a:r>
          </a:p>
          <a:p>
            <a:pPr marL="571500" indent="-571500" algn="l">
              <a:buFont typeface="Arial" pitchFamily="34" charset="0"/>
              <a:buChar char="•"/>
            </a:pPr>
            <a:r>
              <a:rPr lang="en-IN" sz="1500" b="1" dirty="0">
                <a:latin typeface="Times New Roman" pitchFamily="18" charset="0"/>
                <a:cs typeface="Times New Roman" pitchFamily="18" charset="0"/>
              </a:rPr>
              <a:t>Total Record Value</a:t>
            </a:r>
            <a:r>
              <a:rPr lang="en-IN" sz="1500" dirty="0">
                <a:latin typeface="Times New Roman" pitchFamily="18" charset="0"/>
                <a:cs typeface="Times New Roman" pitchFamily="18" charset="0"/>
              </a:rPr>
              <a:t> will display the number of records in the Excel sheet.</a:t>
            </a:r>
          </a:p>
          <a:p>
            <a:pPr marL="571500" indent="-571500" algn="l">
              <a:buFont typeface="Arial" pitchFamily="34" charset="0"/>
              <a:buChar char="•"/>
            </a:pPr>
            <a:r>
              <a:rPr lang="en-IN" sz="1500" b="1" dirty="0">
                <a:latin typeface="Times New Roman" pitchFamily="18" charset="0"/>
                <a:cs typeface="Times New Roman" pitchFamily="18" charset="0"/>
              </a:rPr>
              <a:t>Start Record</a:t>
            </a:r>
            <a:r>
              <a:rPr lang="en-IN" sz="1500" dirty="0">
                <a:latin typeface="Times New Roman" pitchFamily="18" charset="0"/>
                <a:cs typeface="Times New Roman" pitchFamily="18" charset="0"/>
              </a:rPr>
              <a:t> is automatically set to </a:t>
            </a:r>
            <a:r>
              <a:rPr lang="en-IN" sz="1500" b="1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IN" sz="1500" dirty="0">
                <a:latin typeface="Times New Roman" pitchFamily="18" charset="0"/>
                <a:cs typeface="Times New Roman" pitchFamily="18" charset="0"/>
              </a:rPr>
              <a:t>, but it can be changed.</a:t>
            </a:r>
          </a:p>
          <a:p>
            <a:pPr marL="571500" indent="-571500" algn="l">
              <a:buFont typeface="Arial" pitchFamily="34" charset="0"/>
              <a:buChar char="•"/>
            </a:pPr>
            <a:r>
              <a:rPr lang="en-IN" sz="1500" dirty="0">
                <a:latin typeface="Times New Roman" pitchFamily="18" charset="0"/>
                <a:cs typeface="Times New Roman" pitchFamily="18" charset="0"/>
              </a:rPr>
              <a:t>Enter the </a:t>
            </a:r>
            <a:r>
              <a:rPr lang="en-IN" sz="1500" b="1" dirty="0">
                <a:latin typeface="Times New Roman" pitchFamily="18" charset="0"/>
                <a:cs typeface="Times New Roman" pitchFamily="18" charset="0"/>
              </a:rPr>
              <a:t>Number of Copies</a:t>
            </a:r>
            <a:r>
              <a:rPr lang="en-IN" sz="1500" dirty="0">
                <a:latin typeface="Times New Roman" pitchFamily="18" charset="0"/>
                <a:cs typeface="Times New Roman" pitchFamily="18" charset="0"/>
              </a:rPr>
              <a:t> manually.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7303" y="685800"/>
            <a:ext cx="5362575" cy="358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9618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3200" y="381000"/>
            <a:ext cx="4191000" cy="609600"/>
          </a:xfrm>
        </p:spPr>
        <p:txBody>
          <a:bodyPr>
            <a:noAutofit/>
          </a:bodyPr>
          <a:lstStyle/>
          <a:p>
            <a:r>
              <a:rPr lang="en-US" sz="3800" dirty="0" smtClean="0">
                <a:latin typeface="Times New Roman" pitchFamily="18" charset="0"/>
                <a:cs typeface="Times New Roman" pitchFamily="18" charset="0"/>
              </a:rPr>
              <a:t>Label Output</a:t>
            </a:r>
            <a:endParaRPr lang="en-IN" sz="38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334655"/>
            <a:ext cx="8686800" cy="3562350"/>
          </a:xfrm>
          <a:prstGeom prst="rect">
            <a:avLst/>
          </a:prstGeom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1447800" y="5486400"/>
            <a:ext cx="6781800" cy="9144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 algn="l">
              <a:buFont typeface="Arial" pitchFamily="34" charset="0"/>
              <a:buChar char="•"/>
            </a:pPr>
            <a:r>
              <a:rPr lang="en-IN" sz="1500" dirty="0">
                <a:latin typeface="Times New Roman" pitchFamily="18" charset="0"/>
                <a:cs typeface="Times New Roman" pitchFamily="18" charset="0"/>
              </a:rPr>
              <a:t>The final </a:t>
            </a:r>
            <a:r>
              <a:rPr lang="en-IN" sz="1500" b="1" dirty="0">
                <a:latin typeface="Times New Roman" pitchFamily="18" charset="0"/>
                <a:cs typeface="Times New Roman" pitchFamily="18" charset="0"/>
              </a:rPr>
              <a:t>label output will be printed using the barcode printer</a:t>
            </a:r>
            <a:r>
              <a:rPr lang="en-IN" sz="1500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539553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405</Words>
  <Application>Microsoft Office PowerPoint</Application>
  <PresentationFormat>On-screen Show (4:3)</PresentationFormat>
  <Paragraphs>60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Label Software</vt:lpstr>
      <vt:lpstr>Label Setup</vt:lpstr>
      <vt:lpstr>Blank Page</vt:lpstr>
      <vt:lpstr>Select the Data Base</vt:lpstr>
      <vt:lpstr>Database Select File</vt:lpstr>
      <vt:lpstr>Insert The Text </vt:lpstr>
      <vt:lpstr>Database Merge</vt:lpstr>
      <vt:lpstr>Barcode Type</vt:lpstr>
      <vt:lpstr>Print Option</vt:lpstr>
      <vt:lpstr>Label Output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Label Software</dc:title>
  <dc:creator>OMG</dc:creator>
  <cp:lastModifiedBy>OMG</cp:lastModifiedBy>
  <cp:revision>13</cp:revision>
  <dcterms:created xsi:type="dcterms:W3CDTF">2006-08-16T00:00:00Z</dcterms:created>
  <dcterms:modified xsi:type="dcterms:W3CDTF">2026-03-12T07:50:28Z</dcterms:modified>
</cp:coreProperties>
</file>